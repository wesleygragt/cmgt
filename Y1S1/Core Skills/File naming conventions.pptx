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3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7A9A2-D376-4F64-91A7-B8E5DDA2B63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77FC5E-EBCA-4561-9298-D2F838F15E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Consistent way to name your files </a:t>
          </a:r>
        </a:p>
      </dgm:t>
    </dgm:pt>
    <dgm:pt modelId="{830F5063-90C9-43A3-984B-698911113684}" type="parTrans" cxnId="{13068A6E-8C78-443B-A0AC-11A4554D452C}">
      <dgm:prSet/>
      <dgm:spPr/>
      <dgm:t>
        <a:bodyPr/>
        <a:lstStyle/>
        <a:p>
          <a:endParaRPr lang="en-US"/>
        </a:p>
      </dgm:t>
    </dgm:pt>
    <dgm:pt modelId="{33C2E411-E7FA-4325-AA94-AD4565AE5A58}" type="sibTrans" cxnId="{13068A6E-8C78-443B-A0AC-11A4554D452C}">
      <dgm:prSet/>
      <dgm:spPr/>
      <dgm:t>
        <a:bodyPr/>
        <a:lstStyle/>
        <a:p>
          <a:endParaRPr lang="en-US"/>
        </a:p>
      </dgm:t>
    </dgm:pt>
    <dgm:pt modelId="{4EB2EC42-58E6-4F8F-8550-27E3943A0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Easier to access and retrieve </a:t>
          </a:r>
        </a:p>
      </dgm:t>
    </dgm:pt>
    <dgm:pt modelId="{3D785041-A66A-492E-85B5-0405427277F6}" type="parTrans" cxnId="{2BB0C1FC-1049-44D0-8CED-A29E4CD0A0CB}">
      <dgm:prSet/>
      <dgm:spPr/>
      <dgm:t>
        <a:bodyPr/>
        <a:lstStyle/>
        <a:p>
          <a:endParaRPr lang="en-US"/>
        </a:p>
      </dgm:t>
    </dgm:pt>
    <dgm:pt modelId="{576130DB-98A1-4173-8F00-41326305D0C3}" type="sibTrans" cxnId="{2BB0C1FC-1049-44D0-8CED-A29E4CD0A0CB}">
      <dgm:prSet/>
      <dgm:spPr/>
      <dgm:t>
        <a:bodyPr/>
        <a:lstStyle/>
        <a:p>
          <a:endParaRPr lang="en-US"/>
        </a:p>
      </dgm:t>
    </dgm:pt>
    <dgm:pt modelId="{104C68C0-FD34-4A1F-9287-8A6CCBEF82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Makes files easier to find ( without opening)</a:t>
          </a:r>
        </a:p>
      </dgm:t>
    </dgm:pt>
    <dgm:pt modelId="{D522904F-D5FA-4C16-8737-4A7E576E38CD}" type="parTrans" cxnId="{86B6795C-BB63-435F-ABD0-B9F3D2760FD0}">
      <dgm:prSet/>
      <dgm:spPr/>
      <dgm:t>
        <a:bodyPr/>
        <a:lstStyle/>
        <a:p>
          <a:endParaRPr lang="en-US"/>
        </a:p>
      </dgm:t>
    </dgm:pt>
    <dgm:pt modelId="{03D1EFD9-D734-47DF-9161-A627F58B8B5F}" type="sibTrans" cxnId="{86B6795C-BB63-435F-ABD0-B9F3D2760FD0}">
      <dgm:prSet/>
      <dgm:spPr/>
      <dgm:t>
        <a:bodyPr/>
        <a:lstStyle/>
        <a:p>
          <a:endParaRPr lang="en-US"/>
        </a:p>
      </dgm:t>
    </dgm:pt>
    <dgm:pt modelId="{BE2CDC4C-417A-4619-B432-CDD7FBE9DA35}" type="pres">
      <dgm:prSet presAssocID="{2067A9A2-D376-4F64-91A7-B8E5DDA2B63E}" presName="root" presStyleCnt="0">
        <dgm:presLayoutVars>
          <dgm:dir/>
          <dgm:resizeHandles val="exact"/>
        </dgm:presLayoutVars>
      </dgm:prSet>
      <dgm:spPr/>
    </dgm:pt>
    <dgm:pt modelId="{45D3C143-BBE1-4ECD-AA77-FE5D5DAE6329}" type="pres">
      <dgm:prSet presAssocID="{2E77FC5E-EBCA-4561-9298-D2F838F15EC9}" presName="compNode" presStyleCnt="0"/>
      <dgm:spPr/>
    </dgm:pt>
    <dgm:pt modelId="{E6510BA2-5540-4DF5-B85F-521E13406FA2}" type="pres">
      <dgm:prSet presAssocID="{2E77FC5E-EBCA-4561-9298-D2F838F15E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2C9571A-FC1B-43A9-87AD-4312AAB07F83}" type="pres">
      <dgm:prSet presAssocID="{2E77FC5E-EBCA-4561-9298-D2F838F15EC9}" presName="spaceRect" presStyleCnt="0"/>
      <dgm:spPr/>
    </dgm:pt>
    <dgm:pt modelId="{DC1E3654-E628-4931-9377-3F0C2F8194B4}" type="pres">
      <dgm:prSet presAssocID="{2E77FC5E-EBCA-4561-9298-D2F838F15EC9}" presName="textRect" presStyleLbl="revTx" presStyleIdx="0" presStyleCnt="3">
        <dgm:presLayoutVars>
          <dgm:chMax val="1"/>
          <dgm:chPref val="1"/>
        </dgm:presLayoutVars>
      </dgm:prSet>
      <dgm:spPr/>
    </dgm:pt>
    <dgm:pt modelId="{2DDE1B55-9830-4D18-92A1-E566F2E5D3F6}" type="pres">
      <dgm:prSet presAssocID="{33C2E411-E7FA-4325-AA94-AD4565AE5A58}" presName="sibTrans" presStyleCnt="0"/>
      <dgm:spPr/>
    </dgm:pt>
    <dgm:pt modelId="{1E5429CC-5EC3-4942-9F2B-A53723513C56}" type="pres">
      <dgm:prSet presAssocID="{4EB2EC42-58E6-4F8F-8550-27E3943A032F}" presName="compNode" presStyleCnt="0"/>
      <dgm:spPr/>
    </dgm:pt>
    <dgm:pt modelId="{C991C82B-93E8-4D24-B3F9-12E721997C91}" type="pres">
      <dgm:prSet presAssocID="{4EB2EC42-58E6-4F8F-8550-27E3943A03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bg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C7E7C73-442A-4FBC-B17A-C2AAA1348F0A}" type="pres">
      <dgm:prSet presAssocID="{4EB2EC42-58E6-4F8F-8550-27E3943A032F}" presName="spaceRect" presStyleCnt="0"/>
      <dgm:spPr/>
    </dgm:pt>
    <dgm:pt modelId="{4CB99E65-BBC9-43A0-BA49-6C8B3A702349}" type="pres">
      <dgm:prSet presAssocID="{4EB2EC42-58E6-4F8F-8550-27E3943A032F}" presName="textRect" presStyleLbl="revTx" presStyleIdx="1" presStyleCnt="3">
        <dgm:presLayoutVars>
          <dgm:chMax val="1"/>
          <dgm:chPref val="1"/>
        </dgm:presLayoutVars>
      </dgm:prSet>
      <dgm:spPr/>
    </dgm:pt>
    <dgm:pt modelId="{FE4D8BB3-F6F8-4341-87BE-E2673F6A7EA5}" type="pres">
      <dgm:prSet presAssocID="{576130DB-98A1-4173-8F00-41326305D0C3}" presName="sibTrans" presStyleCnt="0"/>
      <dgm:spPr/>
    </dgm:pt>
    <dgm:pt modelId="{8880A778-A9EB-4EFE-AB0E-C85162D85642}" type="pres">
      <dgm:prSet presAssocID="{104C68C0-FD34-4A1F-9287-8A6CCBEF823C}" presName="compNode" presStyleCnt="0"/>
      <dgm:spPr/>
    </dgm:pt>
    <dgm:pt modelId="{90FEDB62-A081-47FA-802A-23E33768E386}" type="pres">
      <dgm:prSet presAssocID="{104C68C0-FD34-4A1F-9287-8A6CCBEF82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DB9BD3E-5F7E-455C-A333-7864CC30A948}" type="pres">
      <dgm:prSet presAssocID="{104C68C0-FD34-4A1F-9287-8A6CCBEF823C}" presName="spaceRect" presStyleCnt="0"/>
      <dgm:spPr/>
    </dgm:pt>
    <dgm:pt modelId="{813F030B-083A-47BF-A98D-284BDD5F39E3}" type="pres">
      <dgm:prSet presAssocID="{104C68C0-FD34-4A1F-9287-8A6CCBEF82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18433D-1D3A-49C1-8E5B-C2849D632A4E}" type="presOf" srcId="{2E77FC5E-EBCA-4561-9298-D2F838F15EC9}" destId="{DC1E3654-E628-4931-9377-3F0C2F8194B4}" srcOrd="0" destOrd="0" presId="urn:microsoft.com/office/officeart/2018/2/layout/IconLabelList"/>
    <dgm:cxn modelId="{86B6795C-BB63-435F-ABD0-B9F3D2760FD0}" srcId="{2067A9A2-D376-4F64-91A7-B8E5DDA2B63E}" destId="{104C68C0-FD34-4A1F-9287-8A6CCBEF823C}" srcOrd="2" destOrd="0" parTransId="{D522904F-D5FA-4C16-8737-4A7E576E38CD}" sibTransId="{03D1EFD9-D734-47DF-9161-A627F58B8B5F}"/>
    <dgm:cxn modelId="{13068A6E-8C78-443B-A0AC-11A4554D452C}" srcId="{2067A9A2-D376-4F64-91A7-B8E5DDA2B63E}" destId="{2E77FC5E-EBCA-4561-9298-D2F838F15EC9}" srcOrd="0" destOrd="0" parTransId="{830F5063-90C9-43A3-984B-698911113684}" sibTransId="{33C2E411-E7FA-4325-AA94-AD4565AE5A58}"/>
    <dgm:cxn modelId="{67A7CB84-6B4E-45B4-8143-5BCB9B8D0426}" type="presOf" srcId="{2067A9A2-D376-4F64-91A7-B8E5DDA2B63E}" destId="{BE2CDC4C-417A-4619-B432-CDD7FBE9DA35}" srcOrd="0" destOrd="0" presId="urn:microsoft.com/office/officeart/2018/2/layout/IconLabelList"/>
    <dgm:cxn modelId="{AFA9DD98-4109-4DF3-A069-8651BEAA7B8A}" type="presOf" srcId="{104C68C0-FD34-4A1F-9287-8A6CCBEF823C}" destId="{813F030B-083A-47BF-A98D-284BDD5F39E3}" srcOrd="0" destOrd="0" presId="urn:microsoft.com/office/officeart/2018/2/layout/IconLabelList"/>
    <dgm:cxn modelId="{A7F8E3BC-BA8A-4E7A-B528-D1BBA533C2CD}" type="presOf" srcId="{4EB2EC42-58E6-4F8F-8550-27E3943A032F}" destId="{4CB99E65-BBC9-43A0-BA49-6C8B3A702349}" srcOrd="0" destOrd="0" presId="urn:microsoft.com/office/officeart/2018/2/layout/IconLabelList"/>
    <dgm:cxn modelId="{2BB0C1FC-1049-44D0-8CED-A29E4CD0A0CB}" srcId="{2067A9A2-D376-4F64-91A7-B8E5DDA2B63E}" destId="{4EB2EC42-58E6-4F8F-8550-27E3943A032F}" srcOrd="1" destOrd="0" parTransId="{3D785041-A66A-492E-85B5-0405427277F6}" sibTransId="{576130DB-98A1-4173-8F00-41326305D0C3}"/>
    <dgm:cxn modelId="{5DF4B754-6258-4832-8A75-06BF1B7F1712}" type="presParOf" srcId="{BE2CDC4C-417A-4619-B432-CDD7FBE9DA35}" destId="{45D3C143-BBE1-4ECD-AA77-FE5D5DAE6329}" srcOrd="0" destOrd="0" presId="urn:microsoft.com/office/officeart/2018/2/layout/IconLabelList"/>
    <dgm:cxn modelId="{6C567C11-C7A8-4FA5-86C7-0CE007C422C3}" type="presParOf" srcId="{45D3C143-BBE1-4ECD-AA77-FE5D5DAE6329}" destId="{E6510BA2-5540-4DF5-B85F-521E13406FA2}" srcOrd="0" destOrd="0" presId="urn:microsoft.com/office/officeart/2018/2/layout/IconLabelList"/>
    <dgm:cxn modelId="{4B8D60D3-C6AF-4CF0-8F94-9CB2C2E2FA4D}" type="presParOf" srcId="{45D3C143-BBE1-4ECD-AA77-FE5D5DAE6329}" destId="{72C9571A-FC1B-43A9-87AD-4312AAB07F83}" srcOrd="1" destOrd="0" presId="urn:microsoft.com/office/officeart/2018/2/layout/IconLabelList"/>
    <dgm:cxn modelId="{B2080697-BB18-4812-B78B-B640EB97E385}" type="presParOf" srcId="{45D3C143-BBE1-4ECD-AA77-FE5D5DAE6329}" destId="{DC1E3654-E628-4931-9377-3F0C2F8194B4}" srcOrd="2" destOrd="0" presId="urn:microsoft.com/office/officeart/2018/2/layout/IconLabelList"/>
    <dgm:cxn modelId="{BEC82673-368F-4AA7-9B38-E1BA24BC8AAE}" type="presParOf" srcId="{BE2CDC4C-417A-4619-B432-CDD7FBE9DA35}" destId="{2DDE1B55-9830-4D18-92A1-E566F2E5D3F6}" srcOrd="1" destOrd="0" presId="urn:microsoft.com/office/officeart/2018/2/layout/IconLabelList"/>
    <dgm:cxn modelId="{BD93F323-7DAC-49E1-A386-F6D281FA3F50}" type="presParOf" srcId="{BE2CDC4C-417A-4619-B432-CDD7FBE9DA35}" destId="{1E5429CC-5EC3-4942-9F2B-A53723513C56}" srcOrd="2" destOrd="0" presId="urn:microsoft.com/office/officeart/2018/2/layout/IconLabelList"/>
    <dgm:cxn modelId="{6F6F08F8-FEB7-4605-968C-41B2C7B9CA9C}" type="presParOf" srcId="{1E5429CC-5EC3-4942-9F2B-A53723513C56}" destId="{C991C82B-93E8-4D24-B3F9-12E721997C91}" srcOrd="0" destOrd="0" presId="urn:microsoft.com/office/officeart/2018/2/layout/IconLabelList"/>
    <dgm:cxn modelId="{43E1F437-F96E-48E1-918D-54391E37B0EF}" type="presParOf" srcId="{1E5429CC-5EC3-4942-9F2B-A53723513C56}" destId="{5C7E7C73-442A-4FBC-B17A-C2AAA1348F0A}" srcOrd="1" destOrd="0" presId="urn:microsoft.com/office/officeart/2018/2/layout/IconLabelList"/>
    <dgm:cxn modelId="{E4D14B03-FACF-4EEA-99AB-84D03B88D381}" type="presParOf" srcId="{1E5429CC-5EC3-4942-9F2B-A53723513C56}" destId="{4CB99E65-BBC9-43A0-BA49-6C8B3A702349}" srcOrd="2" destOrd="0" presId="urn:microsoft.com/office/officeart/2018/2/layout/IconLabelList"/>
    <dgm:cxn modelId="{6ED11489-971E-455B-B639-DC8FA8EF07D1}" type="presParOf" srcId="{BE2CDC4C-417A-4619-B432-CDD7FBE9DA35}" destId="{FE4D8BB3-F6F8-4341-87BE-E2673F6A7EA5}" srcOrd="3" destOrd="0" presId="urn:microsoft.com/office/officeart/2018/2/layout/IconLabelList"/>
    <dgm:cxn modelId="{7BB57B9D-28EA-4478-8A46-D2A4ECBEFD64}" type="presParOf" srcId="{BE2CDC4C-417A-4619-B432-CDD7FBE9DA35}" destId="{8880A778-A9EB-4EFE-AB0E-C85162D85642}" srcOrd="4" destOrd="0" presId="urn:microsoft.com/office/officeart/2018/2/layout/IconLabelList"/>
    <dgm:cxn modelId="{D0F4C7F2-B499-4368-AE23-40ADB4C24F5A}" type="presParOf" srcId="{8880A778-A9EB-4EFE-AB0E-C85162D85642}" destId="{90FEDB62-A081-47FA-802A-23E33768E386}" srcOrd="0" destOrd="0" presId="urn:microsoft.com/office/officeart/2018/2/layout/IconLabelList"/>
    <dgm:cxn modelId="{968F248D-891E-4659-92F3-678A446BC896}" type="presParOf" srcId="{8880A778-A9EB-4EFE-AB0E-C85162D85642}" destId="{7DB9BD3E-5F7E-455C-A333-7864CC30A948}" srcOrd="1" destOrd="0" presId="urn:microsoft.com/office/officeart/2018/2/layout/IconLabelList"/>
    <dgm:cxn modelId="{12F62428-8904-4D0F-B2C6-BF03DF2352C3}" type="presParOf" srcId="{8880A778-A9EB-4EFE-AB0E-C85162D85642}" destId="{813F030B-083A-47BF-A98D-284BDD5F39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3E0BC7-10F7-4821-919F-450B09F6D13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FDAF31-AF18-46DD-A21D-DF28FF155D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Staying organized </a:t>
          </a:r>
        </a:p>
      </dgm:t>
    </dgm:pt>
    <dgm:pt modelId="{E55544B0-B325-481A-81FF-9796BB172F5D}" type="parTrans" cxnId="{14E968EF-B558-4138-A33F-CB4F4CB99B2A}">
      <dgm:prSet/>
      <dgm:spPr/>
      <dgm:t>
        <a:bodyPr/>
        <a:lstStyle/>
        <a:p>
          <a:endParaRPr lang="en-US"/>
        </a:p>
      </dgm:t>
    </dgm:pt>
    <dgm:pt modelId="{EC9454F1-8EC6-46E6-B688-1AF13698E4B0}" type="sibTrans" cxnId="{14E968EF-B558-4138-A33F-CB4F4CB99B2A}">
      <dgm:prSet/>
      <dgm:spPr/>
      <dgm:t>
        <a:bodyPr/>
        <a:lstStyle/>
        <a:p>
          <a:endParaRPr lang="en-US"/>
        </a:p>
      </dgm:t>
    </dgm:pt>
    <dgm:pt modelId="{A9A8EA28-F88F-476A-9DCA-AEBA8EEC65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Predictability </a:t>
          </a:r>
        </a:p>
      </dgm:t>
    </dgm:pt>
    <dgm:pt modelId="{C23D5440-909F-4E0D-AAC7-AFDACB930792}" type="parTrans" cxnId="{6681A23D-9488-403F-B1A7-8FA9D8D1744A}">
      <dgm:prSet/>
      <dgm:spPr/>
      <dgm:t>
        <a:bodyPr/>
        <a:lstStyle/>
        <a:p>
          <a:endParaRPr lang="en-US"/>
        </a:p>
      </dgm:t>
    </dgm:pt>
    <dgm:pt modelId="{09EBCC57-BB7C-4F99-9164-33D52758BA85}" type="sibTrans" cxnId="{6681A23D-9488-403F-B1A7-8FA9D8D1744A}">
      <dgm:prSet/>
      <dgm:spPr/>
      <dgm:t>
        <a:bodyPr/>
        <a:lstStyle/>
        <a:p>
          <a:endParaRPr lang="en-US"/>
        </a:p>
      </dgm:t>
    </dgm:pt>
    <dgm:pt modelId="{226BE632-D8DA-4E3A-B5EB-5BFAD6CD18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Clarity </a:t>
          </a:r>
        </a:p>
      </dgm:t>
    </dgm:pt>
    <dgm:pt modelId="{CA6C1B45-3964-4637-9FC0-DD3421CDA3C9}" type="parTrans" cxnId="{B83C2863-F4B0-4083-A727-6DC8FD68D0B8}">
      <dgm:prSet/>
      <dgm:spPr/>
      <dgm:t>
        <a:bodyPr/>
        <a:lstStyle/>
        <a:p>
          <a:endParaRPr lang="en-US"/>
        </a:p>
      </dgm:t>
    </dgm:pt>
    <dgm:pt modelId="{D70FCF3A-7139-446A-A87F-06778C529495}" type="sibTrans" cxnId="{B83C2863-F4B0-4083-A727-6DC8FD68D0B8}">
      <dgm:prSet/>
      <dgm:spPr/>
      <dgm:t>
        <a:bodyPr/>
        <a:lstStyle/>
        <a:p>
          <a:endParaRPr lang="en-US"/>
        </a:p>
      </dgm:t>
    </dgm:pt>
    <dgm:pt modelId="{0E0069BA-803F-4BC1-ADE7-3E10ACAE8C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Identification</a:t>
          </a:r>
        </a:p>
      </dgm:t>
    </dgm:pt>
    <dgm:pt modelId="{FBAA683D-CF3D-484B-89F9-9FF1CD5BA32C}" type="parTrans" cxnId="{63E958B2-86FC-498F-9A0E-3F5C9DEF1FE2}">
      <dgm:prSet/>
      <dgm:spPr/>
      <dgm:t>
        <a:bodyPr/>
        <a:lstStyle/>
        <a:p>
          <a:endParaRPr lang="en-US"/>
        </a:p>
      </dgm:t>
    </dgm:pt>
    <dgm:pt modelId="{2706DA05-7C32-4CEC-9D86-6770B32581A7}" type="sibTrans" cxnId="{63E958B2-86FC-498F-9A0E-3F5C9DEF1FE2}">
      <dgm:prSet/>
      <dgm:spPr/>
      <dgm:t>
        <a:bodyPr/>
        <a:lstStyle/>
        <a:p>
          <a:endParaRPr lang="en-US"/>
        </a:p>
      </dgm:t>
    </dgm:pt>
    <dgm:pt modelId="{9F1C173E-7323-4E71-9A7C-B3554B07ED95}" type="pres">
      <dgm:prSet presAssocID="{0C3E0BC7-10F7-4821-919F-450B09F6D13B}" presName="root" presStyleCnt="0">
        <dgm:presLayoutVars>
          <dgm:dir/>
          <dgm:resizeHandles val="exact"/>
        </dgm:presLayoutVars>
      </dgm:prSet>
      <dgm:spPr/>
    </dgm:pt>
    <dgm:pt modelId="{756346BD-BBA8-498B-ADBD-7A18ABFD6EA1}" type="pres">
      <dgm:prSet presAssocID="{ABFDAF31-AF18-46DD-A21D-DF28FF155D7F}" presName="compNode" presStyleCnt="0"/>
      <dgm:spPr/>
    </dgm:pt>
    <dgm:pt modelId="{6F875513-A535-4542-A093-7FD2CB6B6D2E}" type="pres">
      <dgm:prSet presAssocID="{ABFDAF31-AF18-46DD-A21D-DF28FF155D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5460D23-EFBA-4F3F-9840-A0BFCC56BAC4}" type="pres">
      <dgm:prSet presAssocID="{ABFDAF31-AF18-46DD-A21D-DF28FF155D7F}" presName="spaceRect" presStyleCnt="0"/>
      <dgm:spPr/>
    </dgm:pt>
    <dgm:pt modelId="{8D5E8DC5-60A9-40EE-80C4-254D8D29B47C}" type="pres">
      <dgm:prSet presAssocID="{ABFDAF31-AF18-46DD-A21D-DF28FF155D7F}" presName="textRect" presStyleLbl="revTx" presStyleIdx="0" presStyleCnt="4">
        <dgm:presLayoutVars>
          <dgm:chMax val="1"/>
          <dgm:chPref val="1"/>
        </dgm:presLayoutVars>
      </dgm:prSet>
      <dgm:spPr/>
    </dgm:pt>
    <dgm:pt modelId="{A08547EB-5690-4C0A-ABD5-6CCB59077ED4}" type="pres">
      <dgm:prSet presAssocID="{EC9454F1-8EC6-46E6-B688-1AF13698E4B0}" presName="sibTrans" presStyleCnt="0"/>
      <dgm:spPr/>
    </dgm:pt>
    <dgm:pt modelId="{C5A2CBF7-C89D-404C-A5E1-B164C8B9FBE7}" type="pres">
      <dgm:prSet presAssocID="{A9A8EA28-F88F-476A-9DCA-AEBA8EEC65A7}" presName="compNode" presStyleCnt="0"/>
      <dgm:spPr/>
    </dgm:pt>
    <dgm:pt modelId="{A7A0A02A-EF8C-4A96-A253-764559705A0A}" type="pres">
      <dgm:prSet presAssocID="{A9A8EA28-F88F-476A-9DCA-AEBA8EEC65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AD73361-228B-495C-95B7-E1627998B423}" type="pres">
      <dgm:prSet presAssocID="{A9A8EA28-F88F-476A-9DCA-AEBA8EEC65A7}" presName="spaceRect" presStyleCnt="0"/>
      <dgm:spPr/>
    </dgm:pt>
    <dgm:pt modelId="{74564D47-63F0-4C22-9B34-EB48FF832E11}" type="pres">
      <dgm:prSet presAssocID="{A9A8EA28-F88F-476A-9DCA-AEBA8EEC65A7}" presName="textRect" presStyleLbl="revTx" presStyleIdx="1" presStyleCnt="4">
        <dgm:presLayoutVars>
          <dgm:chMax val="1"/>
          <dgm:chPref val="1"/>
        </dgm:presLayoutVars>
      </dgm:prSet>
      <dgm:spPr/>
    </dgm:pt>
    <dgm:pt modelId="{2C4F9B30-9F88-40EF-9BD6-C7A84571C73A}" type="pres">
      <dgm:prSet presAssocID="{09EBCC57-BB7C-4F99-9164-33D52758BA85}" presName="sibTrans" presStyleCnt="0"/>
      <dgm:spPr/>
    </dgm:pt>
    <dgm:pt modelId="{7D0F8B95-B897-4DDA-A737-747C579096D5}" type="pres">
      <dgm:prSet presAssocID="{226BE632-D8DA-4E3A-B5EB-5BFAD6CD18F9}" presName="compNode" presStyleCnt="0"/>
      <dgm:spPr/>
    </dgm:pt>
    <dgm:pt modelId="{B3D819E3-A125-4EDE-A871-A1BE022CF7EF}" type="pres">
      <dgm:prSet presAssocID="{226BE632-D8DA-4E3A-B5EB-5BFAD6CD18F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E9AD634F-2DF9-488D-ADA7-065C60035A32}" type="pres">
      <dgm:prSet presAssocID="{226BE632-D8DA-4E3A-B5EB-5BFAD6CD18F9}" presName="spaceRect" presStyleCnt="0"/>
      <dgm:spPr/>
    </dgm:pt>
    <dgm:pt modelId="{D759164A-FAC4-4295-9AA0-658608C10498}" type="pres">
      <dgm:prSet presAssocID="{226BE632-D8DA-4E3A-B5EB-5BFAD6CD18F9}" presName="textRect" presStyleLbl="revTx" presStyleIdx="2" presStyleCnt="4">
        <dgm:presLayoutVars>
          <dgm:chMax val="1"/>
          <dgm:chPref val="1"/>
        </dgm:presLayoutVars>
      </dgm:prSet>
      <dgm:spPr/>
    </dgm:pt>
    <dgm:pt modelId="{24E9C912-EED7-40A5-A687-314AD3C582A6}" type="pres">
      <dgm:prSet presAssocID="{D70FCF3A-7139-446A-A87F-06778C529495}" presName="sibTrans" presStyleCnt="0"/>
      <dgm:spPr/>
    </dgm:pt>
    <dgm:pt modelId="{D9BB747E-2B6F-4F5D-BABF-489672D5DCE5}" type="pres">
      <dgm:prSet presAssocID="{0E0069BA-803F-4BC1-ADE7-3E10ACAE8C9B}" presName="compNode" presStyleCnt="0"/>
      <dgm:spPr/>
    </dgm:pt>
    <dgm:pt modelId="{05665656-D209-441B-81C0-A07A583267E7}" type="pres">
      <dgm:prSet presAssocID="{0E0069BA-803F-4BC1-ADE7-3E10ACAE8C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088F106-1BD2-4022-BF24-AEAD11B726E1}" type="pres">
      <dgm:prSet presAssocID="{0E0069BA-803F-4BC1-ADE7-3E10ACAE8C9B}" presName="spaceRect" presStyleCnt="0"/>
      <dgm:spPr/>
    </dgm:pt>
    <dgm:pt modelId="{FCFC653A-82DA-41D6-A692-806FCB064C6A}" type="pres">
      <dgm:prSet presAssocID="{0E0069BA-803F-4BC1-ADE7-3E10ACAE8C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496A01-009B-4D56-B1AD-C8A7D929852D}" type="presOf" srcId="{ABFDAF31-AF18-46DD-A21D-DF28FF155D7F}" destId="{8D5E8DC5-60A9-40EE-80C4-254D8D29B47C}" srcOrd="0" destOrd="0" presId="urn:microsoft.com/office/officeart/2018/2/layout/IconLabelList"/>
    <dgm:cxn modelId="{B2C2800B-F88C-426F-A1FE-1593475B99B3}" type="presOf" srcId="{226BE632-D8DA-4E3A-B5EB-5BFAD6CD18F9}" destId="{D759164A-FAC4-4295-9AA0-658608C10498}" srcOrd="0" destOrd="0" presId="urn:microsoft.com/office/officeart/2018/2/layout/IconLabelList"/>
    <dgm:cxn modelId="{D205003A-A9A8-45FF-B6A0-DC972233D906}" type="presOf" srcId="{A9A8EA28-F88F-476A-9DCA-AEBA8EEC65A7}" destId="{74564D47-63F0-4C22-9B34-EB48FF832E11}" srcOrd="0" destOrd="0" presId="urn:microsoft.com/office/officeart/2018/2/layout/IconLabelList"/>
    <dgm:cxn modelId="{6681A23D-9488-403F-B1A7-8FA9D8D1744A}" srcId="{0C3E0BC7-10F7-4821-919F-450B09F6D13B}" destId="{A9A8EA28-F88F-476A-9DCA-AEBA8EEC65A7}" srcOrd="1" destOrd="0" parTransId="{C23D5440-909F-4E0D-AAC7-AFDACB930792}" sibTransId="{09EBCC57-BB7C-4F99-9164-33D52758BA85}"/>
    <dgm:cxn modelId="{B83C2863-F4B0-4083-A727-6DC8FD68D0B8}" srcId="{0C3E0BC7-10F7-4821-919F-450B09F6D13B}" destId="{226BE632-D8DA-4E3A-B5EB-5BFAD6CD18F9}" srcOrd="2" destOrd="0" parTransId="{CA6C1B45-3964-4637-9FC0-DD3421CDA3C9}" sibTransId="{D70FCF3A-7139-446A-A87F-06778C529495}"/>
    <dgm:cxn modelId="{119DAB51-CF4E-4743-BC54-398EA41B9551}" type="presOf" srcId="{0E0069BA-803F-4BC1-ADE7-3E10ACAE8C9B}" destId="{FCFC653A-82DA-41D6-A692-806FCB064C6A}" srcOrd="0" destOrd="0" presId="urn:microsoft.com/office/officeart/2018/2/layout/IconLabelList"/>
    <dgm:cxn modelId="{FAABBFAE-A9B6-43A6-A4E8-FB8A5F772C8E}" type="presOf" srcId="{0C3E0BC7-10F7-4821-919F-450B09F6D13B}" destId="{9F1C173E-7323-4E71-9A7C-B3554B07ED95}" srcOrd="0" destOrd="0" presId="urn:microsoft.com/office/officeart/2018/2/layout/IconLabelList"/>
    <dgm:cxn modelId="{63E958B2-86FC-498F-9A0E-3F5C9DEF1FE2}" srcId="{0C3E0BC7-10F7-4821-919F-450B09F6D13B}" destId="{0E0069BA-803F-4BC1-ADE7-3E10ACAE8C9B}" srcOrd="3" destOrd="0" parTransId="{FBAA683D-CF3D-484B-89F9-9FF1CD5BA32C}" sibTransId="{2706DA05-7C32-4CEC-9D86-6770B32581A7}"/>
    <dgm:cxn modelId="{14E968EF-B558-4138-A33F-CB4F4CB99B2A}" srcId="{0C3E0BC7-10F7-4821-919F-450B09F6D13B}" destId="{ABFDAF31-AF18-46DD-A21D-DF28FF155D7F}" srcOrd="0" destOrd="0" parTransId="{E55544B0-B325-481A-81FF-9796BB172F5D}" sibTransId="{EC9454F1-8EC6-46E6-B688-1AF13698E4B0}"/>
    <dgm:cxn modelId="{68703800-E480-41BE-AB06-F6D03A5DD6D1}" type="presParOf" srcId="{9F1C173E-7323-4E71-9A7C-B3554B07ED95}" destId="{756346BD-BBA8-498B-ADBD-7A18ABFD6EA1}" srcOrd="0" destOrd="0" presId="urn:microsoft.com/office/officeart/2018/2/layout/IconLabelList"/>
    <dgm:cxn modelId="{1C681B39-418D-408C-AF7E-4DA155A04292}" type="presParOf" srcId="{756346BD-BBA8-498B-ADBD-7A18ABFD6EA1}" destId="{6F875513-A535-4542-A093-7FD2CB6B6D2E}" srcOrd="0" destOrd="0" presId="urn:microsoft.com/office/officeart/2018/2/layout/IconLabelList"/>
    <dgm:cxn modelId="{B754B7A0-18B3-40A2-B8BF-2334EA007787}" type="presParOf" srcId="{756346BD-BBA8-498B-ADBD-7A18ABFD6EA1}" destId="{95460D23-EFBA-4F3F-9840-A0BFCC56BAC4}" srcOrd="1" destOrd="0" presId="urn:microsoft.com/office/officeart/2018/2/layout/IconLabelList"/>
    <dgm:cxn modelId="{B281A254-E8A6-457A-AAD8-49A46F382D3A}" type="presParOf" srcId="{756346BD-BBA8-498B-ADBD-7A18ABFD6EA1}" destId="{8D5E8DC5-60A9-40EE-80C4-254D8D29B47C}" srcOrd="2" destOrd="0" presId="urn:microsoft.com/office/officeart/2018/2/layout/IconLabelList"/>
    <dgm:cxn modelId="{C48BE224-4255-42F4-9637-545BB8EAD276}" type="presParOf" srcId="{9F1C173E-7323-4E71-9A7C-B3554B07ED95}" destId="{A08547EB-5690-4C0A-ABD5-6CCB59077ED4}" srcOrd="1" destOrd="0" presId="urn:microsoft.com/office/officeart/2018/2/layout/IconLabelList"/>
    <dgm:cxn modelId="{1416660E-CFC5-4354-9425-6EE7B68CCFC6}" type="presParOf" srcId="{9F1C173E-7323-4E71-9A7C-B3554B07ED95}" destId="{C5A2CBF7-C89D-404C-A5E1-B164C8B9FBE7}" srcOrd="2" destOrd="0" presId="urn:microsoft.com/office/officeart/2018/2/layout/IconLabelList"/>
    <dgm:cxn modelId="{0F4459A4-C700-4DBE-8F36-DC4211716ED4}" type="presParOf" srcId="{C5A2CBF7-C89D-404C-A5E1-B164C8B9FBE7}" destId="{A7A0A02A-EF8C-4A96-A253-764559705A0A}" srcOrd="0" destOrd="0" presId="urn:microsoft.com/office/officeart/2018/2/layout/IconLabelList"/>
    <dgm:cxn modelId="{015562CF-020B-4A80-8B4D-8F25699F1A19}" type="presParOf" srcId="{C5A2CBF7-C89D-404C-A5E1-B164C8B9FBE7}" destId="{AAD73361-228B-495C-95B7-E1627998B423}" srcOrd="1" destOrd="0" presId="urn:microsoft.com/office/officeart/2018/2/layout/IconLabelList"/>
    <dgm:cxn modelId="{553653AA-7B06-495F-AD2D-ADBECA301D36}" type="presParOf" srcId="{C5A2CBF7-C89D-404C-A5E1-B164C8B9FBE7}" destId="{74564D47-63F0-4C22-9B34-EB48FF832E11}" srcOrd="2" destOrd="0" presId="urn:microsoft.com/office/officeart/2018/2/layout/IconLabelList"/>
    <dgm:cxn modelId="{2630C5CB-5B35-4B5C-AC0B-A00073634435}" type="presParOf" srcId="{9F1C173E-7323-4E71-9A7C-B3554B07ED95}" destId="{2C4F9B30-9F88-40EF-9BD6-C7A84571C73A}" srcOrd="3" destOrd="0" presId="urn:microsoft.com/office/officeart/2018/2/layout/IconLabelList"/>
    <dgm:cxn modelId="{F6E4A95B-BEF4-4F14-808C-DE27F7BBD3F1}" type="presParOf" srcId="{9F1C173E-7323-4E71-9A7C-B3554B07ED95}" destId="{7D0F8B95-B897-4DDA-A737-747C579096D5}" srcOrd="4" destOrd="0" presId="urn:microsoft.com/office/officeart/2018/2/layout/IconLabelList"/>
    <dgm:cxn modelId="{32C799A9-2648-4DE2-B8C1-313E831BA3B6}" type="presParOf" srcId="{7D0F8B95-B897-4DDA-A737-747C579096D5}" destId="{B3D819E3-A125-4EDE-A871-A1BE022CF7EF}" srcOrd="0" destOrd="0" presId="urn:microsoft.com/office/officeart/2018/2/layout/IconLabelList"/>
    <dgm:cxn modelId="{E2B7A71D-E4F8-44C2-ABF2-68B35E7A49B8}" type="presParOf" srcId="{7D0F8B95-B897-4DDA-A737-747C579096D5}" destId="{E9AD634F-2DF9-488D-ADA7-065C60035A32}" srcOrd="1" destOrd="0" presId="urn:microsoft.com/office/officeart/2018/2/layout/IconLabelList"/>
    <dgm:cxn modelId="{B280B580-F450-42E5-983A-14B804BDBA2B}" type="presParOf" srcId="{7D0F8B95-B897-4DDA-A737-747C579096D5}" destId="{D759164A-FAC4-4295-9AA0-658608C10498}" srcOrd="2" destOrd="0" presId="urn:microsoft.com/office/officeart/2018/2/layout/IconLabelList"/>
    <dgm:cxn modelId="{71CABB29-34FE-4C33-A7E3-8A66766AA8CA}" type="presParOf" srcId="{9F1C173E-7323-4E71-9A7C-B3554B07ED95}" destId="{24E9C912-EED7-40A5-A687-314AD3C582A6}" srcOrd="5" destOrd="0" presId="urn:microsoft.com/office/officeart/2018/2/layout/IconLabelList"/>
    <dgm:cxn modelId="{5C05FD89-9C2E-4C32-9E3D-63EBCF7C20E1}" type="presParOf" srcId="{9F1C173E-7323-4E71-9A7C-B3554B07ED95}" destId="{D9BB747E-2B6F-4F5D-BABF-489672D5DCE5}" srcOrd="6" destOrd="0" presId="urn:microsoft.com/office/officeart/2018/2/layout/IconLabelList"/>
    <dgm:cxn modelId="{DFAD9B5B-7396-44DA-B873-1E87E6486D2C}" type="presParOf" srcId="{D9BB747E-2B6F-4F5D-BABF-489672D5DCE5}" destId="{05665656-D209-441B-81C0-A07A583267E7}" srcOrd="0" destOrd="0" presId="urn:microsoft.com/office/officeart/2018/2/layout/IconLabelList"/>
    <dgm:cxn modelId="{DB7C74FB-DF16-4AB2-A2E5-7E3682D36DC9}" type="presParOf" srcId="{D9BB747E-2B6F-4F5D-BABF-489672D5DCE5}" destId="{B088F106-1BD2-4022-BF24-AEAD11B726E1}" srcOrd="1" destOrd="0" presId="urn:microsoft.com/office/officeart/2018/2/layout/IconLabelList"/>
    <dgm:cxn modelId="{FCF63DF7-0CFF-4140-AA9E-000A1D1E8155}" type="presParOf" srcId="{D9BB747E-2B6F-4F5D-BABF-489672D5DCE5}" destId="{FCFC653A-82DA-41D6-A692-806FCB064C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7642F2-3173-4044-BCCC-D576E6109C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B2F6E8-750F-47F9-AE71-EA95DDF9437D}">
      <dgm:prSet/>
      <dgm:spPr/>
      <dgm:t>
        <a:bodyPr/>
        <a:lstStyle/>
        <a:p>
          <a:r>
            <a:rPr lang="en-US"/>
            <a:t>Confusion and frustration</a:t>
          </a:r>
        </a:p>
      </dgm:t>
    </dgm:pt>
    <dgm:pt modelId="{3CA0A661-B650-448D-91D2-6C5CFA9E9EC0}" type="parTrans" cxnId="{ED0318AD-7FE8-48A7-8AB5-AF18D5612036}">
      <dgm:prSet/>
      <dgm:spPr/>
      <dgm:t>
        <a:bodyPr/>
        <a:lstStyle/>
        <a:p>
          <a:endParaRPr lang="en-US"/>
        </a:p>
      </dgm:t>
    </dgm:pt>
    <dgm:pt modelId="{F88C14C7-E2A4-4F6B-AA8E-CDBF625BF56D}" type="sibTrans" cxnId="{ED0318AD-7FE8-48A7-8AB5-AF18D5612036}">
      <dgm:prSet/>
      <dgm:spPr/>
      <dgm:t>
        <a:bodyPr/>
        <a:lstStyle/>
        <a:p>
          <a:endParaRPr lang="en-US"/>
        </a:p>
      </dgm:t>
    </dgm:pt>
    <dgm:pt modelId="{BA6FA3B0-7A78-46D3-8984-8AC6BD31127F}">
      <dgm:prSet/>
      <dgm:spPr/>
      <dgm:t>
        <a:bodyPr/>
        <a:lstStyle/>
        <a:p>
          <a:r>
            <a:rPr lang="en-US"/>
            <a:t>errors and inconsistencies</a:t>
          </a:r>
        </a:p>
      </dgm:t>
    </dgm:pt>
    <dgm:pt modelId="{1BF60662-2F09-41E8-8EA4-3FBDC7357232}" type="parTrans" cxnId="{02E7BD04-8217-4133-B8FB-0471341C39BC}">
      <dgm:prSet/>
      <dgm:spPr/>
      <dgm:t>
        <a:bodyPr/>
        <a:lstStyle/>
        <a:p>
          <a:endParaRPr lang="en-US"/>
        </a:p>
      </dgm:t>
    </dgm:pt>
    <dgm:pt modelId="{110729D8-B6E6-4C83-B2EE-11D5700079D0}" type="sibTrans" cxnId="{02E7BD04-8217-4133-B8FB-0471341C39BC}">
      <dgm:prSet/>
      <dgm:spPr/>
      <dgm:t>
        <a:bodyPr/>
        <a:lstStyle/>
        <a:p>
          <a:endParaRPr lang="en-US"/>
        </a:p>
      </dgm:t>
    </dgm:pt>
    <dgm:pt modelId="{A62DCC1A-5985-4ABF-A8D3-8143B0D9EB75}">
      <dgm:prSet/>
      <dgm:spPr/>
      <dgm:t>
        <a:bodyPr/>
        <a:lstStyle/>
        <a:p>
          <a:r>
            <a:rPr lang="en-US"/>
            <a:t>security and privacy risks</a:t>
          </a:r>
        </a:p>
      </dgm:t>
    </dgm:pt>
    <dgm:pt modelId="{1A481C29-8FCB-4584-A294-73482E1E9DF4}" type="parTrans" cxnId="{570BFB32-663E-4C4D-9954-44373DF92198}">
      <dgm:prSet/>
      <dgm:spPr/>
      <dgm:t>
        <a:bodyPr/>
        <a:lstStyle/>
        <a:p>
          <a:endParaRPr lang="en-US"/>
        </a:p>
      </dgm:t>
    </dgm:pt>
    <dgm:pt modelId="{8BB6F948-E41A-4F6F-A754-FE7C06BB2E9A}" type="sibTrans" cxnId="{570BFB32-663E-4C4D-9954-44373DF92198}">
      <dgm:prSet/>
      <dgm:spPr/>
      <dgm:t>
        <a:bodyPr/>
        <a:lstStyle/>
        <a:p>
          <a:endParaRPr lang="en-US"/>
        </a:p>
      </dgm:t>
    </dgm:pt>
    <dgm:pt modelId="{60EEEC5A-0A59-4822-A61A-048969B445BA}">
      <dgm:prSet/>
      <dgm:spPr/>
      <dgm:t>
        <a:bodyPr/>
        <a:lstStyle/>
        <a:p>
          <a:r>
            <a:rPr lang="en-US"/>
            <a:t>lost and corrupted files</a:t>
          </a:r>
        </a:p>
      </dgm:t>
    </dgm:pt>
    <dgm:pt modelId="{78128D23-2ABD-44F4-BD5E-3BD3E92162E0}" type="parTrans" cxnId="{E32B5D81-1E4E-4865-A614-28F8D2F41FA4}">
      <dgm:prSet/>
      <dgm:spPr/>
      <dgm:t>
        <a:bodyPr/>
        <a:lstStyle/>
        <a:p>
          <a:endParaRPr lang="en-US"/>
        </a:p>
      </dgm:t>
    </dgm:pt>
    <dgm:pt modelId="{8C1E6A62-A830-4DA5-8BA5-0A23F7B00658}" type="sibTrans" cxnId="{E32B5D81-1E4E-4865-A614-28F8D2F41FA4}">
      <dgm:prSet/>
      <dgm:spPr/>
      <dgm:t>
        <a:bodyPr/>
        <a:lstStyle/>
        <a:p>
          <a:endParaRPr lang="en-US"/>
        </a:p>
      </dgm:t>
    </dgm:pt>
    <dgm:pt modelId="{D1B76088-9BEA-4BBE-A6E7-E8BF3F8E7E03}" type="pres">
      <dgm:prSet presAssocID="{267642F2-3173-4044-BCCC-D576E6109C9F}" presName="linear" presStyleCnt="0">
        <dgm:presLayoutVars>
          <dgm:animLvl val="lvl"/>
          <dgm:resizeHandles val="exact"/>
        </dgm:presLayoutVars>
      </dgm:prSet>
      <dgm:spPr/>
    </dgm:pt>
    <dgm:pt modelId="{A29BA3F3-77C6-4129-A71B-6055480ABD9C}" type="pres">
      <dgm:prSet presAssocID="{14B2F6E8-750F-47F9-AE71-EA95DDF943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20C433-9C90-4546-AAE5-E0CD5A96D6E2}" type="pres">
      <dgm:prSet presAssocID="{F88C14C7-E2A4-4F6B-AA8E-CDBF625BF56D}" presName="spacer" presStyleCnt="0"/>
      <dgm:spPr/>
    </dgm:pt>
    <dgm:pt modelId="{8C4795FE-EE6B-46F9-8A70-86B351DE5D83}" type="pres">
      <dgm:prSet presAssocID="{BA6FA3B0-7A78-46D3-8984-8AC6BD31127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CF0568-D558-42CB-B1C2-1A2A698DEE25}" type="pres">
      <dgm:prSet presAssocID="{110729D8-B6E6-4C83-B2EE-11D5700079D0}" presName="spacer" presStyleCnt="0"/>
      <dgm:spPr/>
    </dgm:pt>
    <dgm:pt modelId="{A2E44C34-AE6B-4E57-B192-0EFD209FA256}" type="pres">
      <dgm:prSet presAssocID="{A62DCC1A-5985-4ABF-A8D3-8143B0D9EB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4D962A-D2CD-4F50-9F5F-941E0DA9D2B7}" type="pres">
      <dgm:prSet presAssocID="{8BB6F948-E41A-4F6F-A754-FE7C06BB2E9A}" presName="spacer" presStyleCnt="0"/>
      <dgm:spPr/>
    </dgm:pt>
    <dgm:pt modelId="{D25E724C-D68C-43A5-A1F0-5B8AA0D10D90}" type="pres">
      <dgm:prSet presAssocID="{60EEEC5A-0A59-4822-A61A-048969B445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E7BD04-8217-4133-B8FB-0471341C39BC}" srcId="{267642F2-3173-4044-BCCC-D576E6109C9F}" destId="{BA6FA3B0-7A78-46D3-8984-8AC6BD31127F}" srcOrd="1" destOrd="0" parTransId="{1BF60662-2F09-41E8-8EA4-3FBDC7357232}" sibTransId="{110729D8-B6E6-4C83-B2EE-11D5700079D0}"/>
    <dgm:cxn modelId="{7675201B-BFC3-4F53-85E4-C9D7C01383F8}" type="presOf" srcId="{A62DCC1A-5985-4ABF-A8D3-8143B0D9EB75}" destId="{A2E44C34-AE6B-4E57-B192-0EFD209FA256}" srcOrd="0" destOrd="0" presId="urn:microsoft.com/office/officeart/2005/8/layout/vList2"/>
    <dgm:cxn modelId="{B6A17330-AC81-4EA4-8929-7AC35EE25DAF}" type="presOf" srcId="{14B2F6E8-750F-47F9-AE71-EA95DDF9437D}" destId="{A29BA3F3-77C6-4129-A71B-6055480ABD9C}" srcOrd="0" destOrd="0" presId="urn:microsoft.com/office/officeart/2005/8/layout/vList2"/>
    <dgm:cxn modelId="{570BFB32-663E-4C4D-9954-44373DF92198}" srcId="{267642F2-3173-4044-BCCC-D576E6109C9F}" destId="{A62DCC1A-5985-4ABF-A8D3-8143B0D9EB75}" srcOrd="2" destOrd="0" parTransId="{1A481C29-8FCB-4584-A294-73482E1E9DF4}" sibTransId="{8BB6F948-E41A-4F6F-A754-FE7C06BB2E9A}"/>
    <dgm:cxn modelId="{E32B5D81-1E4E-4865-A614-28F8D2F41FA4}" srcId="{267642F2-3173-4044-BCCC-D576E6109C9F}" destId="{60EEEC5A-0A59-4822-A61A-048969B445BA}" srcOrd="3" destOrd="0" parTransId="{78128D23-2ABD-44F4-BD5E-3BD3E92162E0}" sibTransId="{8C1E6A62-A830-4DA5-8BA5-0A23F7B00658}"/>
    <dgm:cxn modelId="{ED0318AD-7FE8-48A7-8AB5-AF18D5612036}" srcId="{267642F2-3173-4044-BCCC-D576E6109C9F}" destId="{14B2F6E8-750F-47F9-AE71-EA95DDF9437D}" srcOrd="0" destOrd="0" parTransId="{3CA0A661-B650-448D-91D2-6C5CFA9E9EC0}" sibTransId="{F88C14C7-E2A4-4F6B-AA8E-CDBF625BF56D}"/>
    <dgm:cxn modelId="{4BA57AC7-2EA3-4B0A-ACAD-CBD69FA7915E}" type="presOf" srcId="{60EEEC5A-0A59-4822-A61A-048969B445BA}" destId="{D25E724C-D68C-43A5-A1F0-5B8AA0D10D90}" srcOrd="0" destOrd="0" presId="urn:microsoft.com/office/officeart/2005/8/layout/vList2"/>
    <dgm:cxn modelId="{F2844FD3-BD16-4BB9-A58A-CFC41D8FB52D}" type="presOf" srcId="{267642F2-3173-4044-BCCC-D576E6109C9F}" destId="{D1B76088-9BEA-4BBE-A6E7-E8BF3F8E7E03}" srcOrd="0" destOrd="0" presId="urn:microsoft.com/office/officeart/2005/8/layout/vList2"/>
    <dgm:cxn modelId="{52C506F5-6361-482E-9395-F6EB502D0936}" type="presOf" srcId="{BA6FA3B0-7A78-46D3-8984-8AC6BD31127F}" destId="{8C4795FE-EE6B-46F9-8A70-86B351DE5D83}" srcOrd="0" destOrd="0" presId="urn:microsoft.com/office/officeart/2005/8/layout/vList2"/>
    <dgm:cxn modelId="{B2549BA7-935D-4F89-A4FF-6E47BB577801}" type="presParOf" srcId="{D1B76088-9BEA-4BBE-A6E7-E8BF3F8E7E03}" destId="{A29BA3F3-77C6-4129-A71B-6055480ABD9C}" srcOrd="0" destOrd="0" presId="urn:microsoft.com/office/officeart/2005/8/layout/vList2"/>
    <dgm:cxn modelId="{9F5A350A-5377-42CE-A1EA-8CECED526D3C}" type="presParOf" srcId="{D1B76088-9BEA-4BBE-A6E7-E8BF3F8E7E03}" destId="{1F20C433-9C90-4546-AAE5-E0CD5A96D6E2}" srcOrd="1" destOrd="0" presId="urn:microsoft.com/office/officeart/2005/8/layout/vList2"/>
    <dgm:cxn modelId="{F8ABC111-C594-4050-9FFA-DF427C6B213E}" type="presParOf" srcId="{D1B76088-9BEA-4BBE-A6E7-E8BF3F8E7E03}" destId="{8C4795FE-EE6B-46F9-8A70-86B351DE5D83}" srcOrd="2" destOrd="0" presId="urn:microsoft.com/office/officeart/2005/8/layout/vList2"/>
    <dgm:cxn modelId="{8F4F7CA1-4C46-4FA1-9385-1062900BDB51}" type="presParOf" srcId="{D1B76088-9BEA-4BBE-A6E7-E8BF3F8E7E03}" destId="{E8CF0568-D558-42CB-B1C2-1A2A698DEE25}" srcOrd="3" destOrd="0" presId="urn:microsoft.com/office/officeart/2005/8/layout/vList2"/>
    <dgm:cxn modelId="{78AE90F9-79C4-4F93-914E-EC81EF28ED92}" type="presParOf" srcId="{D1B76088-9BEA-4BBE-A6E7-E8BF3F8E7E03}" destId="{A2E44C34-AE6B-4E57-B192-0EFD209FA256}" srcOrd="4" destOrd="0" presId="urn:microsoft.com/office/officeart/2005/8/layout/vList2"/>
    <dgm:cxn modelId="{3DA5B38F-C1A4-4E66-9512-F802BC1E51E2}" type="presParOf" srcId="{D1B76088-9BEA-4BBE-A6E7-E8BF3F8E7E03}" destId="{444D962A-D2CD-4F50-9F5F-941E0DA9D2B7}" srcOrd="5" destOrd="0" presId="urn:microsoft.com/office/officeart/2005/8/layout/vList2"/>
    <dgm:cxn modelId="{EEE6E752-03C5-48FA-A749-7DF61E91B3F2}" type="presParOf" srcId="{D1B76088-9BEA-4BBE-A6E7-E8BF3F8E7E03}" destId="{D25E724C-D68C-43A5-A1F0-5B8AA0D10D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10BA2-5540-4DF5-B85F-521E13406FA2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E3654-E628-4931-9377-3F0C2F8194B4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Consistent way to name your files </a:t>
          </a:r>
        </a:p>
      </dsp:txBody>
      <dsp:txXfrm>
        <a:off x="417971" y="2644140"/>
        <a:ext cx="2889450" cy="720000"/>
      </dsp:txXfrm>
    </dsp:sp>
    <dsp:sp modelId="{C991C82B-93E8-4D24-B3F9-12E721997C91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bg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99E65-BBC9-43A0-BA49-6C8B3A702349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Easier to access and retrieve </a:t>
          </a:r>
        </a:p>
      </dsp:txBody>
      <dsp:txXfrm>
        <a:off x="3813075" y="2644140"/>
        <a:ext cx="2889450" cy="720000"/>
      </dsp:txXfrm>
    </dsp:sp>
    <dsp:sp modelId="{90FEDB62-A081-47FA-802A-23E33768E386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F030B-083A-47BF-A98D-284BDD5F39E3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Makes files easier to find ( without opening)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75513-A535-4542-A093-7FD2CB6B6D2E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E8DC5-60A9-40EE-80C4-254D8D29B47C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Staying organized </a:t>
          </a:r>
        </a:p>
      </dsp:txBody>
      <dsp:txXfrm>
        <a:off x="569079" y="2427788"/>
        <a:ext cx="2072362" cy="720000"/>
      </dsp:txXfrm>
    </dsp:sp>
    <dsp:sp modelId="{A7A0A02A-EF8C-4A96-A253-764559705A0A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64D47-63F0-4C22-9B34-EB48FF832E11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Predictability </a:t>
          </a:r>
        </a:p>
      </dsp:txBody>
      <dsp:txXfrm>
        <a:off x="3004105" y="2427788"/>
        <a:ext cx="2072362" cy="720000"/>
      </dsp:txXfrm>
    </dsp:sp>
    <dsp:sp modelId="{B3D819E3-A125-4EDE-A871-A1BE022CF7EF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9164A-FAC4-4295-9AA0-658608C10498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Clarity </a:t>
          </a:r>
        </a:p>
      </dsp:txBody>
      <dsp:txXfrm>
        <a:off x="5439131" y="2427788"/>
        <a:ext cx="2072362" cy="720000"/>
      </dsp:txXfrm>
    </dsp:sp>
    <dsp:sp modelId="{05665656-D209-441B-81C0-A07A583267E7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C653A-82DA-41D6-A692-806FCB064C6A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Identification</a:t>
          </a:r>
        </a:p>
      </dsp:txBody>
      <dsp:txXfrm>
        <a:off x="7874157" y="2427788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BA3F3-77C6-4129-A71B-6055480ABD9C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Confusion and frustration</a:t>
          </a:r>
        </a:p>
      </dsp:txBody>
      <dsp:txXfrm>
        <a:off x="47976" y="85244"/>
        <a:ext cx="10419648" cy="886848"/>
      </dsp:txXfrm>
    </dsp:sp>
    <dsp:sp modelId="{8C4795FE-EE6B-46F9-8A70-86B351DE5D83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errors and inconsistencies</a:t>
          </a:r>
        </a:p>
      </dsp:txBody>
      <dsp:txXfrm>
        <a:off x="47976" y="1183245"/>
        <a:ext cx="10419648" cy="886848"/>
      </dsp:txXfrm>
    </dsp:sp>
    <dsp:sp modelId="{A2E44C34-AE6B-4E57-B192-0EFD209FA256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security and privacy risks</a:t>
          </a:r>
        </a:p>
      </dsp:txBody>
      <dsp:txXfrm>
        <a:off x="47976" y="2281245"/>
        <a:ext cx="10419648" cy="886848"/>
      </dsp:txXfrm>
    </dsp:sp>
    <dsp:sp modelId="{D25E724C-D68C-43A5-A1F0-5B8AA0D10D90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lost and corrupted files</a:t>
          </a:r>
        </a:p>
      </dsp:txBody>
      <dsp:txXfrm>
        <a:off x="47976" y="3379245"/>
        <a:ext cx="10419648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05DD-1342-874B-9E1F-227985ABD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2EBF0-CA4A-909B-86BA-FCB22388A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78F54-BAE4-B24C-78D6-3FB2DD00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CE264-FABF-1AE0-F206-700CBC65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63680-1903-805A-1237-2A93F346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310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55C8-483B-47F9-96A4-E4062810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9A01-5D83-61E5-6E5E-6884238F8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846C-205A-EC9A-8F4E-1AABC69D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F8778-766E-BA79-5EA3-85D7E2F8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509DF-F858-D467-DA05-213E37B5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292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6483-C22A-1793-F0BB-D562A4E6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38557-7740-FE45-DF77-F6A004AE6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5E540-D1D8-04F8-51D3-07CFC9C3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87875-1B6F-0492-C7CB-06FD463A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DB3C6-84BC-3F3C-F37A-AE51CB2A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54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89A0-B6B9-D4A2-B8E9-B736D9DD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05FE6-BAE6-2B10-17A5-3720DEF6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0DD25-AE97-C6AD-CD65-EAB6A2D77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0CB35-F4F9-62CC-FB74-2CA9EC20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E4C22-4F28-6617-5ADD-876C01AA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F1887-2F4D-709D-06CD-C916C882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62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0D5B-B959-5EFC-DEB6-BEAC204A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E5878-EFA3-ED54-A058-CDE2B49A7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84B76-66DF-80E6-DA93-F9244BF3C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DC896-C994-3113-40EC-B9DFA00E8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2274E-EF56-5FAD-54F1-C5DAC16D9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A1918-6284-B86E-EAEE-4453AC4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939B8-0F4E-BD9A-2F1B-EA028C68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5FAF5-9146-4A74-4BF1-CE0BA2CF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644D-4144-F308-DDF2-6F530723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B05A3-853D-5A1A-AAB2-151FFD83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FC0F3-26B4-7E35-90D3-140EAD93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CE77E-4C1C-EEA6-2E2E-993EA59E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004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465EB-D9DE-58EA-7AF2-39BFC38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777E8-57E0-C8BA-D310-47A14BEF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4DA1-DAAE-390F-3E23-CF73B8EE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942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223E-94B6-3FEE-71E8-6B4E7093C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2D1B-BC3E-CF2C-22F2-CA764BAB0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C6A00-0F72-6745-734B-4A5CADED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B599E-1D77-05C3-D8F4-20C1C4B0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A60E1-FB5F-04FC-4FB7-96ED52E5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BDED8-AD76-FA75-07EE-1429D084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568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A435-CA2D-562A-71BE-DBD7341C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C3F59-380A-C064-9E11-1CC152144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AFA8A-C6A0-C6EC-9C76-027FC75E7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6F6FB-4ED4-06FE-9D47-111FD2E8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2D364-A85E-1D2D-0606-5E43D869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3C50C-0344-5DEF-FCA3-6427FD6E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635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F4C0-AD83-4FF9-E61B-43F06B75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17C76-8D6A-5724-0F25-6E96CE12D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3C955-DBC2-CBAD-23C7-246868A4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F36F-93F2-DBD9-7D11-3C1CF593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F9C8B-1148-F360-B39B-745EF531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262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38E4F-ED67-976E-66B8-CD3EF8246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509CD-AD45-D7F3-4772-D166FD2D3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3DD81-EAFF-D7C0-DD2C-333C0A65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5DA0B-1346-6AA5-4BBA-D90EAB26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42743-702D-0A1F-A67F-D243CE8C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619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D3C97-50B2-565D-3EF5-060A0255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765BD-338D-32B0-1EBE-FE0E728F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0348-BC6A-614A-0486-BA1C47B95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608B8-61F7-4D2C-ADC0-6EACFEEB5CE0}" type="datetimeFigureOut">
              <a:rPr lang="nl-NL" smtClean="0"/>
              <a:t>10-10-2025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01913-D622-9263-64C6-51605E29B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E676-FCE8-D911-96D7-33BF4459C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A1BEB-FA73-4B5F-9003-02F1F5BC622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4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731D2FD6-8A44-1872-50DA-557881EB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FBD04-6823-2844-580B-2CCD63C0C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nl-NL" sz="4800" b="1" dirty="0">
                <a:solidFill>
                  <a:schemeClr val="accent1"/>
                </a:solidFill>
              </a:rPr>
              <a:t>File </a:t>
            </a:r>
            <a:r>
              <a:rPr lang="nl-NL" sz="4800" b="1" dirty="0" err="1">
                <a:solidFill>
                  <a:schemeClr val="accent1"/>
                </a:solidFill>
              </a:rPr>
              <a:t>naming</a:t>
            </a:r>
            <a:r>
              <a:rPr lang="nl-NL" sz="4800" b="1" dirty="0">
                <a:solidFill>
                  <a:schemeClr val="accent1"/>
                </a:solidFill>
              </a:rPr>
              <a:t> </a:t>
            </a:r>
            <a:r>
              <a:rPr lang="nl-NL" sz="4800" b="1" dirty="0" err="1">
                <a:solidFill>
                  <a:schemeClr val="accent1"/>
                </a:solidFill>
              </a:rPr>
              <a:t>conventions</a:t>
            </a:r>
            <a:endParaRPr lang="nl-NL" sz="48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9531D-ABFA-A322-E7DA-608DD9507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nl-NL" sz="2000"/>
              <a:t>Pratice</a:t>
            </a:r>
            <a:r>
              <a:rPr lang="nl-NL" sz="2000" dirty="0"/>
              <a:t> pits week 6.2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6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B4C3-DAAF-D185-A077-B3E1988F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b="1" dirty="0">
                <a:solidFill>
                  <a:schemeClr val="accent1"/>
                </a:solidFill>
              </a:rPr>
              <a:t>Definition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F6B9B1-361D-B334-7E01-19BB57CE3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5449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58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9D90-AAAD-DF17-5B58-027A8145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The importance of file naming conventions </a:t>
            </a:r>
            <a:br>
              <a:rPr lang="en-US" dirty="0">
                <a:solidFill>
                  <a:schemeClr val="accent1"/>
                </a:solidFill>
              </a:rPr>
            </a:br>
            <a:endParaRPr lang="nl-NL" dirty="0">
              <a:solidFill>
                <a:schemeClr val="accent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B6FD3F-36E2-F4E2-3D94-E3302BC587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060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26EA-EBF6-85C8-55FE-F4F25922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consequences of not using correct file naming conventions</a:t>
            </a:r>
            <a:br>
              <a:rPr lang="en-US" dirty="0"/>
            </a:br>
            <a:endParaRPr lang="nl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A8482A-9683-DC23-7F26-653161BFC3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42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5F8B-8878-26F1-52F9-70B9284C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err="1">
                <a:solidFill>
                  <a:schemeClr val="accent1"/>
                </a:solidFill>
              </a:rPr>
              <a:t>Examples</a:t>
            </a:r>
            <a:endParaRPr lang="nl-NL" b="1" dirty="0">
              <a:solidFill>
                <a:schemeClr val="accent1"/>
              </a:solidFill>
            </a:endParaRPr>
          </a:p>
        </p:txBody>
      </p:sp>
      <p:pic>
        <p:nvPicPr>
          <p:cNvPr id="2050" name="Picture 2" descr="Afbeelding">
            <a:extLst>
              <a:ext uri="{FF2B5EF4-FFF2-40B4-BE49-F238E27FC236}">
                <a16:creationId xmlns:a16="http://schemas.microsoft.com/office/drawing/2014/main" id="{EB7E944D-67B4-E61D-7FD5-EEA1EAD347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981" y="638022"/>
            <a:ext cx="4084781" cy="58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4D891-3319-244E-DAE0-326BC6AF9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04277"/>
            <a:ext cx="3932261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7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71</Words>
  <Application>Microsoft Office PowerPoint</Application>
  <PresentationFormat>Breedbeeld</PresentationFormat>
  <Paragraphs>17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File naming conventions</vt:lpstr>
      <vt:lpstr>Definition</vt:lpstr>
      <vt:lpstr>The importance of file naming conventions  </vt:lpstr>
      <vt:lpstr>consequences of not using correct file naming conventions 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Fleur Keijsers</dc:creator>
  <cp:lastModifiedBy>Wesley van der Gragt</cp:lastModifiedBy>
  <cp:revision>2</cp:revision>
  <dcterms:created xsi:type="dcterms:W3CDTF">2025-10-10T12:34:47Z</dcterms:created>
  <dcterms:modified xsi:type="dcterms:W3CDTF">2025-10-10T12:55:55Z</dcterms:modified>
</cp:coreProperties>
</file>